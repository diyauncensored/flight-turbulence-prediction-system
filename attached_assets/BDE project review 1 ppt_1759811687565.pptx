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57" r:id="rId3"/>
    <p:sldId id="479" r:id="rId4"/>
    <p:sldId id="755" r:id="rId5"/>
    <p:sldId id="749" r:id="rId6"/>
    <p:sldId id="754" r:id="rId7"/>
    <p:sldId id="753" r:id="rId8"/>
    <p:sldId id="752" r:id="rId9"/>
    <p:sldId id="750" r:id="rId10"/>
    <p:sldId id="506" r:id="rId11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6" autoAdjust="0"/>
    <p:restoredTop sz="85359" autoAdjust="0"/>
  </p:normalViewPr>
  <p:slideViewPr>
    <p:cSldViewPr>
      <p:cViewPr varScale="1">
        <p:scale>
          <a:sx n="61" d="100"/>
          <a:sy n="61" d="100"/>
        </p:scale>
        <p:origin x="1584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E0B3843-71DB-4933-96B2-5A286420EAED}" type="datetimeFigureOut">
              <a:rPr lang="en-IN" smtClean="0"/>
              <a:pPr/>
              <a:t>01-09-2025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4051410-1A42-4CD9-9C94-19E4466B22C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658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01D12-12CC-4599-B1A9-46B23EE40265}" type="datetime1">
              <a:rPr lang="en-US" smtClean="0"/>
              <a:t>9/1/2025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A662-5DD3-4FFC-B0F1-2015CB0A0DAE}" type="datetime1">
              <a:rPr lang="en-US" smtClean="0"/>
              <a:t>9/1/2025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98144-BEFF-4702-AC4D-6A16E0F7E443}" type="datetime1">
              <a:rPr lang="en-US" smtClean="0"/>
              <a:t>9/1/2025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D06E-5333-4E53-AFAB-CB44FF27A57E}" type="datetime1">
              <a:rPr lang="en-US" smtClean="0"/>
              <a:t>9/1/2025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A21B5-5FA1-433F-8BD7-148FD7224A0F}" type="datetime1">
              <a:rPr lang="en-US" smtClean="0"/>
              <a:t>9/1/2025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D7CA1-D255-4502-AFA8-A5C13107334B}" type="datetime1">
              <a:rPr lang="en-US" smtClean="0"/>
              <a:t>9/1/2025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3D88-E4EA-480A-A4BB-689734D28FE4}" type="datetime1">
              <a:rPr lang="en-US" smtClean="0"/>
              <a:t>9/1/2025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0DE4-0BF3-46B9-83A2-2AF36E731B12}" type="datetime1">
              <a:rPr lang="en-US" smtClean="0"/>
              <a:t>9/1/2025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D5D0A-779E-4A13-8C93-0EEB1D4607F5}" type="datetime1">
              <a:rPr lang="en-US" smtClean="0"/>
              <a:t>9/1/2025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13685-E0B9-4B43-833E-F4F3DABCD097}" type="datetime1">
              <a:rPr lang="en-US" smtClean="0"/>
              <a:t>9/1/2025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E4E74-A84D-43FC-9765-A65DF08BB6C7}" type="datetime1">
              <a:rPr lang="en-US" smtClean="0"/>
              <a:t>9/1/2025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9455C-F1F3-4F5C-85DA-4378C108ECB7}" type="datetime1">
              <a:rPr lang="en-US" smtClean="0"/>
              <a:t>9/1/2025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Title of the Project</a:t>
            </a:r>
            <a:br>
              <a:rPr lang="en-US" dirty="0"/>
            </a:br>
            <a:r>
              <a:rPr lang="en-US" dirty="0"/>
              <a:t>Review 1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pic>
        <p:nvPicPr>
          <p:cNvPr id="3" name="Picture 2" descr="SRMlogo.jpg">
            <a:extLst>
              <a:ext uri="{FF2B5EF4-FFF2-40B4-BE49-F238E27FC236}">
                <a16:creationId xmlns:a16="http://schemas.microsoft.com/office/drawing/2014/main" id="{D3E774F7-54F1-6481-EAF3-59D820C21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8600"/>
            <a:ext cx="2066925" cy="85725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94CCD08-B583-0E03-A6C1-032251573AA6}"/>
              </a:ext>
            </a:extLst>
          </p:cNvPr>
          <p:cNvSpPr txBox="1">
            <a:spLocks/>
          </p:cNvSpPr>
          <p:nvPr/>
        </p:nvSpPr>
        <p:spPr>
          <a:xfrm>
            <a:off x="5105400" y="5257801"/>
            <a:ext cx="4038600" cy="1600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Faculty Name</a:t>
            </a:r>
          </a:p>
          <a:p>
            <a:r>
              <a:rPr lang="en-IN" dirty="0"/>
              <a:t>Team Member Info-Name &amp; Reg 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en-GB" sz="4000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928670"/>
            <a:ext cx="8786874" cy="5715040"/>
          </a:xfrm>
        </p:spPr>
        <p:txBody>
          <a:bodyPr>
            <a:normAutofit/>
          </a:bodyPr>
          <a:lstStyle/>
          <a:p>
            <a:r>
              <a:rPr lang="en-GB" sz="2800" dirty="0"/>
              <a:t>Introduction</a:t>
            </a:r>
          </a:p>
          <a:p>
            <a:r>
              <a:rPr lang="en-GB" sz="2800" dirty="0"/>
              <a:t>Motivation</a:t>
            </a:r>
          </a:p>
          <a:p>
            <a:r>
              <a:rPr lang="en-IN" sz="2800" dirty="0"/>
              <a:t>Literature Review</a:t>
            </a:r>
          </a:p>
          <a:p>
            <a:r>
              <a:rPr lang="en-IN" sz="2800" dirty="0"/>
              <a:t>Gaps Identified</a:t>
            </a:r>
          </a:p>
          <a:p>
            <a:r>
              <a:rPr lang="en-GB" sz="2800" dirty="0"/>
              <a:t>Problem Statement</a:t>
            </a:r>
            <a:endParaRPr lang="en-IN" sz="2800" dirty="0"/>
          </a:p>
          <a:p>
            <a:r>
              <a:rPr lang="en-IN" sz="2800" dirty="0"/>
              <a:t>Plan of Action/Member Tasks</a:t>
            </a:r>
            <a:endParaRPr lang="en-GB" sz="2800" dirty="0"/>
          </a:p>
          <a:p>
            <a:r>
              <a:rPr lang="en-IN" sz="2800" dirty="0"/>
              <a:t>References</a:t>
            </a:r>
            <a:endParaRPr lang="en-GB" sz="2800" dirty="0"/>
          </a:p>
        </p:txBody>
      </p:sp>
      <p:pic>
        <p:nvPicPr>
          <p:cNvPr id="4" name="Picture 3" descr="SRMlogo.jpg">
            <a:extLst>
              <a:ext uri="{FF2B5EF4-FFF2-40B4-BE49-F238E27FC236}">
                <a16:creationId xmlns:a16="http://schemas.microsoft.com/office/drawing/2014/main" id="{19954A39-5E65-BD1E-2AD4-A9B51A3C9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8600"/>
            <a:ext cx="2066925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IN" sz="360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>
            <a:normAutofit/>
          </a:bodyPr>
          <a:lstStyle/>
          <a:p>
            <a:pPr algn="just"/>
            <a:r>
              <a:rPr lang="en-IN" sz="2000" dirty="0"/>
              <a:t>Introduce your topic of interest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 descr="SRMlogo.jpg">
            <a:extLst>
              <a:ext uri="{FF2B5EF4-FFF2-40B4-BE49-F238E27FC236}">
                <a16:creationId xmlns:a16="http://schemas.microsoft.com/office/drawing/2014/main" id="{0B4A02BD-A014-4C69-87BD-4361DF2ED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018" y="228600"/>
            <a:ext cx="734907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9A833-1BD1-BA9A-2E9A-C63C4C70E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45BDB-A95A-4267-9FC2-2A33D5C59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r>
              <a:rPr lang="en-IN" sz="3600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EC2DD-5A65-B389-1CF9-778DA1EF3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>
            <a:normAutofit/>
          </a:bodyPr>
          <a:lstStyle/>
          <a:p>
            <a:r>
              <a:rPr lang="en-IN" sz="2000" dirty="0"/>
              <a:t>List the topic’s significance and SDG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 descr="SRMlogo.jpg">
            <a:extLst>
              <a:ext uri="{FF2B5EF4-FFF2-40B4-BE49-F238E27FC236}">
                <a16:creationId xmlns:a16="http://schemas.microsoft.com/office/drawing/2014/main" id="{924C96F4-552D-D5B4-93BE-0AAF2B56B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018" y="228600"/>
            <a:ext cx="734907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123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GB" sz="3200" dirty="0"/>
              <a:t>Literature Review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>
            <a:normAutofit/>
          </a:bodyPr>
          <a:lstStyle/>
          <a:p>
            <a:r>
              <a:rPr lang="en-US" sz="2000" dirty="0"/>
              <a:t>Table listing Title of the article, Journal Information with Year, Methodology, Benefits, Challenges</a:t>
            </a:r>
          </a:p>
          <a:p>
            <a:r>
              <a:rPr lang="en-US" sz="2000" dirty="0"/>
              <a:t>Minimum 10 to be listed</a:t>
            </a:r>
          </a:p>
          <a:p>
            <a:pPr marL="0" indent="0">
              <a:buNone/>
            </a:pPr>
            <a:endParaRPr lang="en-IN" sz="2000" dirty="0"/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 descr="SRMlogo.jpg">
            <a:extLst>
              <a:ext uri="{FF2B5EF4-FFF2-40B4-BE49-F238E27FC236}">
                <a16:creationId xmlns:a16="http://schemas.microsoft.com/office/drawing/2014/main" id="{0B4A02BD-A014-4C69-87BD-4361DF2ED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018" y="228600"/>
            <a:ext cx="734907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624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E37D5-8C12-16E4-CF16-04A5F4352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6EF87-E9DF-7BBA-F14E-2284DE086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IN" sz="3600" dirty="0"/>
              <a:t>Gaps Identified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969F-1915-0A77-E228-2BDFBDDE9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>
            <a:normAutofit/>
          </a:bodyPr>
          <a:lstStyle/>
          <a:p>
            <a:r>
              <a:rPr lang="en-US" sz="2000" dirty="0"/>
              <a:t>Go through the challenges from the literature review, summarize the gaps. Minimum 3 to be listed </a:t>
            </a:r>
          </a:p>
          <a:p>
            <a:pPr marL="0" indent="0">
              <a:buNone/>
            </a:pPr>
            <a:endParaRPr lang="en-IN" sz="2000" dirty="0"/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 descr="SRMlogo.jpg">
            <a:extLst>
              <a:ext uri="{FF2B5EF4-FFF2-40B4-BE49-F238E27FC236}">
                <a16:creationId xmlns:a16="http://schemas.microsoft.com/office/drawing/2014/main" id="{835453A3-1CE4-AB3F-E303-2781F1DFC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018" y="228600"/>
            <a:ext cx="734907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549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22557-C3C0-6CC2-EBDD-2B396A92D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1883D-9E1A-6C1C-09C8-EF9B4F8BF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GB" sz="3200" dirty="0"/>
              <a:t>Problem Statement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EA985-83A3-165C-8016-0627DAB1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>
            <a:normAutofit/>
          </a:bodyPr>
          <a:lstStyle/>
          <a:p>
            <a:pPr algn="just"/>
            <a:r>
              <a:rPr lang="en-IN" sz="2000" dirty="0"/>
              <a:t>From the gaps identified, pick one single problem statement</a:t>
            </a:r>
          </a:p>
          <a:p>
            <a:pPr marL="0" indent="0" algn="just">
              <a:buNone/>
            </a:pPr>
            <a:endParaRPr lang="en-IN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 descr="SRMlogo.jpg">
            <a:extLst>
              <a:ext uri="{FF2B5EF4-FFF2-40B4-BE49-F238E27FC236}">
                <a16:creationId xmlns:a16="http://schemas.microsoft.com/office/drawing/2014/main" id="{D6D5B315-0325-2A3E-3D5F-07A9FB063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018" y="228600"/>
            <a:ext cx="734907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83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GB" sz="3200" dirty="0"/>
              <a:t>Plan of Action/Member Tasks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>
            <a:normAutofit/>
          </a:bodyPr>
          <a:lstStyle/>
          <a:p>
            <a:r>
              <a:rPr lang="en-US" sz="2000" dirty="0"/>
              <a:t>Table listing Member information with the tasks they are responsible for and status of completion.</a:t>
            </a:r>
          </a:p>
          <a:p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 descr="SRMlogo.jpg">
            <a:extLst>
              <a:ext uri="{FF2B5EF4-FFF2-40B4-BE49-F238E27FC236}">
                <a16:creationId xmlns:a16="http://schemas.microsoft.com/office/drawing/2014/main" id="{0B4A02BD-A014-4C69-87BD-4361DF2ED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018" y="228600"/>
            <a:ext cx="734907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481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GB" sz="3200" dirty="0"/>
              <a:t>References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>
            <a:normAutofit/>
          </a:bodyPr>
          <a:lstStyle/>
          <a:p>
            <a:pPr marL="342900" lvl="0" indent="-342900" algn="just"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IN" sz="2000" dirty="0"/>
              <a:t>Referencing style – IEEE/Harvard</a:t>
            </a:r>
            <a:endParaRPr lang="en-IN" sz="2100" dirty="0"/>
          </a:p>
          <a:p>
            <a:endParaRPr lang="en-IN" sz="2000" dirty="0"/>
          </a:p>
          <a:p>
            <a:endParaRPr lang="en-IN" sz="2000" dirty="0"/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 descr="SRMlogo.jpg">
            <a:extLst>
              <a:ext uri="{FF2B5EF4-FFF2-40B4-BE49-F238E27FC236}">
                <a16:creationId xmlns:a16="http://schemas.microsoft.com/office/drawing/2014/main" id="{0B4A02BD-A014-4C69-87BD-4361DF2ED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018" y="228600"/>
            <a:ext cx="734907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926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819400"/>
            <a:ext cx="7498080" cy="11430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94320</TotalTime>
  <Words>122</Words>
  <Application>Microsoft Office PowerPoint</Application>
  <PresentationFormat>On-screen Show (4:3)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Symbol</vt:lpstr>
      <vt:lpstr>Office Theme</vt:lpstr>
      <vt:lpstr>Title of the Project Review 1 </vt:lpstr>
      <vt:lpstr>Topics</vt:lpstr>
      <vt:lpstr>Introduction</vt:lpstr>
      <vt:lpstr>Motivation</vt:lpstr>
      <vt:lpstr>Literature Review</vt:lpstr>
      <vt:lpstr>Gaps Identified</vt:lpstr>
      <vt:lpstr>Problem Statement</vt:lpstr>
      <vt:lpstr>Plan of Action/Member Tasks</vt:lpstr>
      <vt:lpstr>References</vt:lpstr>
      <vt:lpstr>THANK YOU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- IV</dc:title>
  <dc:creator>Gouthaman P</dc:creator>
  <cp:lastModifiedBy>Diya</cp:lastModifiedBy>
  <cp:revision>1562</cp:revision>
  <dcterms:created xsi:type="dcterms:W3CDTF">2017-03-21T16:05:31Z</dcterms:created>
  <dcterms:modified xsi:type="dcterms:W3CDTF">2025-09-01T16:23:30Z</dcterms:modified>
</cp:coreProperties>
</file>